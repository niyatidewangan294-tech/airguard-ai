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90" r:id="rId2"/>
    <p:sldId id="291" r:id="rId3"/>
    <p:sldId id="292" r:id="rId4"/>
    <p:sldId id="293" r:id="rId5"/>
    <p:sldId id="294" r:id="rId6"/>
    <p:sldId id="295" r:id="rId7"/>
    <p:sldId id="297" r:id="rId8"/>
    <p:sldId id="299" r:id="rId9"/>
    <p:sldId id="301" r:id="rId10"/>
    <p:sldId id="302" r:id="rId11"/>
    <p:sldId id="303" r:id="rId12"/>
    <p:sldId id="305" r:id="rId13"/>
    <p:sldId id="306" r:id="rId14"/>
    <p:sldId id="308" r:id="rId15"/>
    <p:sldId id="307" r:id="rId16"/>
    <p:sldId id="309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443889776"/>
              </p:ext>
            </p:extLst>
          </p:nvPr>
        </p:nvGraphicFramePr>
        <p:xfrm>
          <a:off x="1299257" y="2600315"/>
          <a:ext cx="9394989" cy="2225277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Niyati </a:t>
                      </a:r>
                      <a:r>
                        <a:rPr lang="en-IN" err="1"/>
                        <a:t>Dewangan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niyatidewangan294@gmail.com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7879172042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Domain of  Project – </a:t>
            </a:r>
            <a:r>
              <a:rPr lang="en-US" sz="2400" b="1">
                <a:highlight>
                  <a:srgbClr val="FFFF00"/>
                </a:highlight>
              </a:rPr>
              <a:t>[</a:t>
            </a:r>
            <a:r>
              <a:rPr lang="en-IN" sz="2400" b="1">
                <a:highlight>
                  <a:srgbClr val="FFFF00"/>
                </a:highlight>
              </a:rPr>
              <a:t>Artificial Intelligence / Machine Learning</a:t>
            </a:r>
            <a:r>
              <a:rPr lang="en-US" sz="2400" b="1">
                <a:highlight>
                  <a:srgbClr val="FFFF00"/>
                </a:highlight>
              </a:rPr>
              <a:t>]</a:t>
            </a:r>
            <a:endParaRPr lang="en-IN" sz="2400" b="1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Project Tile – </a:t>
            </a:r>
            <a:r>
              <a:rPr lang="en-US" sz="2400" b="1">
                <a:highlight>
                  <a:srgbClr val="FFFF00"/>
                </a:highlight>
              </a:rPr>
              <a:t>[</a:t>
            </a:r>
            <a:r>
              <a:rPr lang="en-IN" sz="2400" b="1">
                <a:highlight>
                  <a:srgbClr val="FFFF00"/>
                </a:highlight>
              </a:rPr>
              <a:t>The Daily Air Quality Action Agent</a:t>
            </a:r>
            <a:r>
              <a:rPr lang="en-US" sz="2400" b="1">
                <a:highlight>
                  <a:srgbClr val="FFFF00"/>
                </a:highlight>
              </a:rPr>
              <a:t>]</a:t>
            </a:r>
            <a:endParaRPr lang="en-IN" sz="2400" b="1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Recommended font style and size:</a:t>
            </a:r>
            <a:br>
              <a:rPr lang="en-US" sz="2000">
                <a:solidFill>
                  <a:srgbClr val="FF0000"/>
                </a:solidFill>
              </a:rPr>
            </a:br>
            <a:br>
              <a:rPr lang="en-US" sz="2000"/>
            </a:br>
            <a:r>
              <a:rPr lang="en-US" sz="2000">
                <a:solidFill>
                  <a:srgbClr val="FF0000"/>
                </a:solidFill>
              </a:rPr>
              <a:t>Font Style: Arial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Font Size (Heading): 28</a:t>
            </a:r>
          </a:p>
          <a:p>
            <a:r>
              <a:rPr lang="en-US" sz="2000">
                <a:solidFill>
                  <a:srgbClr val="FF0000"/>
                </a:solidFill>
              </a:rPr>
              <a:t>Font Size (Content): 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58F960-780D-9B5B-B235-1BC0F1AAC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973" y="3678382"/>
            <a:ext cx="1007918" cy="94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792480" y="1244830"/>
            <a:ext cx="1060704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Problem Statement : The Daily Air Quality Action Agent</a:t>
            </a:r>
          </a:p>
          <a:p>
            <a:endParaRPr lang="en-IN" sz="1200"/>
          </a:p>
          <a:p>
            <a:r>
              <a:rPr lang="en-IN" b="1"/>
              <a:t>The Challenge:</a:t>
            </a:r>
          </a:p>
          <a:p>
            <a:endParaRPr lang="en-IN" sz="1200"/>
          </a:p>
          <a:p>
            <a:r>
              <a:rPr lang="en-IN"/>
              <a:t>Air pollution is a </a:t>
            </a:r>
            <a:r>
              <a:rPr lang="en-IN" b="1"/>
              <a:t>major public health crisis</a:t>
            </a:r>
            <a:r>
              <a:rPr lang="en-IN"/>
              <a:t>, contributing to respiratory issues, climate change, and reduced quality of life. Citizens often receive air quality index (AQI) data, but it is presented in </a:t>
            </a:r>
            <a:r>
              <a:rPr lang="en-IN" b="1"/>
              <a:t>technical formats</a:t>
            </a:r>
            <a:r>
              <a:rPr lang="en-IN"/>
              <a:t>, making it difficult to understand or translate into </a:t>
            </a:r>
            <a:r>
              <a:rPr lang="en-IN" b="1"/>
              <a:t>daily lifestyle actions</a:t>
            </a:r>
            <a:r>
              <a:rPr lang="en-IN"/>
              <a:t>. Traditional monitoring systems lack </a:t>
            </a:r>
            <a:r>
              <a:rPr lang="en-IN" b="1"/>
              <a:t>personalized recommendations</a:t>
            </a:r>
            <a:r>
              <a:rPr lang="en-IN"/>
              <a:t> and proactive alerts.</a:t>
            </a:r>
          </a:p>
          <a:p>
            <a:endParaRPr lang="en-IN"/>
          </a:p>
          <a:p>
            <a:r>
              <a:rPr lang="en-IN" b="1"/>
              <a:t>The Objective:</a:t>
            </a:r>
          </a:p>
          <a:p>
            <a:endParaRPr lang="en-IN" sz="1200"/>
          </a:p>
          <a:p>
            <a:r>
              <a:rPr lang="en-IN"/>
              <a:t>Build an </a:t>
            </a:r>
            <a:r>
              <a:rPr lang="en-IN" b="1"/>
              <a:t>AI-powered Daily Air Quality Action Agent</a:t>
            </a:r>
            <a:r>
              <a:rPr lang="en-IN"/>
              <a:t> that translates </a:t>
            </a:r>
            <a:r>
              <a:rPr lang="en-IN" b="1"/>
              <a:t>air quality data into actionable insights</a:t>
            </a:r>
            <a:r>
              <a:rPr lang="en-IN"/>
              <a:t> for citizens, policymakers, and organizations. The solution should: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/>
              <a:t>AQI Data Retrieval (RAG) –</a:t>
            </a:r>
            <a:r>
              <a:rPr lang="en-IN"/>
              <a:t> Collect and interpret real-time AQI from public APIs, satellite data, or government sources.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/>
              <a:t>Personalized Health Recommendations</a:t>
            </a:r>
            <a:r>
              <a:rPr lang="en-IN"/>
              <a:t> – Provide daily actionable advice (e.g., avoid outdoor exercise, use masks, keep children indoors) tailored to age, location, and health conditions.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/>
              <a:t>Predictive Alerts –</a:t>
            </a:r>
            <a:r>
              <a:rPr lang="en-IN"/>
              <a:t> Forecast poor air quality days, issue early warnings, and suggest preventive measures like adjusting commute or using air purifiers.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/>
              <a:t>Policy &amp; Awareness Insights –</a:t>
            </a:r>
            <a:r>
              <a:rPr lang="en-IN"/>
              <a:t> Suggest community-level actions (e.g., carpooling, waste reduction) and summarize policy advisories for public awareness.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/>
              <a:t>Multi-Agent System</a:t>
            </a:r>
            <a:r>
              <a:rPr lang="en-IN"/>
              <a:t> -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IN"/>
              <a:t>AQI Data Agent (fetches &amp; interprets data)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IN"/>
              <a:t>Health Advisory Agent (personalized lifestyle suggestions)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IN"/>
              <a:t>Forecasting Agent (predicts trends &amp; risks)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IN"/>
              <a:t>Community Action Agent (drives awareness campaigns)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/>
              <a:t>Visualization Dashboard</a:t>
            </a:r>
            <a:r>
              <a:rPr lang="en-IN"/>
              <a:t> – Show daily AQI levels, risk alerts, and recommended actions in a clear and interactive format.</a:t>
            </a:r>
          </a:p>
          <a:p>
            <a:pPr fontAlgn="base"/>
            <a:endParaRPr lang="en-US"/>
          </a:p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615835" y="683306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709351" y="1049834"/>
            <a:ext cx="1060704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err="1"/>
              <a:t>AirGuard</a:t>
            </a:r>
            <a:r>
              <a:rPr lang="en-IN" b="1"/>
              <a:t> AI</a:t>
            </a:r>
            <a:r>
              <a:rPr lang="en-IN"/>
              <a:t> is an AI-powered Daily Air Quality Action Agent that converts complex real-time AQI data into simple, personalized and actionable recommendations.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/>
              <a:t>Real-Time AQI Monitoring:</a:t>
            </a:r>
            <a:r>
              <a:rPr lang="en-IN"/>
              <a:t> Collects AQI, PM2.5, PM10 and pollutant data from reliable public APIs.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/>
              <a:t>Multi-Agent AI System:</a:t>
            </a:r>
            <a:r>
              <a:rPr lang="en-IN"/>
              <a:t> Uses specialized agents for AQI analysis, health advisory, forecasting and community awareness.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/>
              <a:t>Personalized Health Advice:</a:t>
            </a:r>
            <a:r>
              <a:rPr lang="en-IN"/>
              <a:t> Provides recommendations based on the user's age, location, activities and optional health conditions.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/>
              <a:t>Predictive Alerts:</a:t>
            </a:r>
            <a:r>
              <a:rPr lang="en-IN"/>
              <a:t> </a:t>
            </a:r>
            <a:r>
              <a:rPr lang="en-IN" err="1"/>
              <a:t>Analyzes</a:t>
            </a:r>
            <a:r>
              <a:rPr lang="en-IN"/>
              <a:t> AQI trends to identify potential poor-air-quality periods and provide early warnings.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/>
              <a:t>RAG-Based Information:</a:t>
            </a:r>
            <a:r>
              <a:rPr lang="en-IN"/>
              <a:t> Uses reliable health guidelines and government advisories to provide trustworthy information.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/>
              <a:t>Community Actions:</a:t>
            </a:r>
            <a:r>
              <a:rPr lang="en-IN"/>
              <a:t> Suggests practical actions such as using public transport, carpooling and avoiding waste burning.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/>
              <a:t>Interactive Dashboard:</a:t>
            </a:r>
            <a:r>
              <a:rPr lang="en-IN"/>
              <a:t> Displays AQI levels, pollution trends, risk alerts and recommended daily actions in an easy-to-understand format.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/>
              <a:t>IBM AI Technology:</a:t>
            </a:r>
            <a:r>
              <a:rPr lang="en-IN"/>
              <a:t> Integrates </a:t>
            </a:r>
            <a:r>
              <a:rPr lang="en-IN" b="1"/>
              <a:t>IBM </a:t>
            </a:r>
            <a:r>
              <a:rPr lang="en-IN" b="1" err="1"/>
              <a:t>Langflow</a:t>
            </a:r>
            <a:r>
              <a:rPr lang="en-IN" b="1"/>
              <a:t> / IBM Orchestrate and IBM AI Models</a:t>
            </a:r>
            <a:r>
              <a:rPr lang="en-IN"/>
              <a:t> to coordinate the intelligent agents.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/>
              <a:t>AI-Powered Chat Assistant:</a:t>
            </a:r>
            <a:r>
              <a:rPr lang="en-IN"/>
              <a:t> Allows users to ask questions about current air quality and receive context-aware answers.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/>
              <a:t>AQI Risk Classification:</a:t>
            </a:r>
            <a:r>
              <a:rPr lang="en-IN"/>
              <a:t> Categorizes air quality into different risk levels and clearly communicates the associated health concerns.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/>
              <a:t>Location-Based Insights:</a:t>
            </a:r>
            <a:r>
              <a:rPr lang="en-IN"/>
              <a:t> Provides air-quality information and recommendations according to the user's selected city or location.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/>
              <a:t>Historical AQI Analysis:</a:t>
            </a:r>
            <a:r>
              <a:rPr lang="en-IN"/>
              <a:t> Displays previous AQI trends to help users understand pollution patterns over time.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/>
              <a:t>Early Prevention:</a:t>
            </a:r>
            <a:r>
              <a:rPr lang="en-IN"/>
              <a:t> Warns users about deteriorating air quality so they can plan outdoor activities and travel accordingly.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/>
              <a:t>Simple Citizen-Friendly Language:</a:t>
            </a:r>
            <a:r>
              <a:rPr lang="en-IN"/>
              <a:t> Converts technical pollution data into easy-to-understand daily actions.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/>
              <a:t>Scalable Architecture:</a:t>
            </a:r>
            <a:r>
              <a:rPr lang="en-IN"/>
              <a:t> Can be extended with additional cities, pollution sources, sensors, APIs and AI models in the future.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/>
              <a:t>Awareness &amp; Education:</a:t>
            </a:r>
            <a:r>
              <a:rPr lang="en-IN"/>
              <a:t> Helps citizens understand pollution causes, health risks and ways to reduce their exposure.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/>
              <a:t>Reliable &amp; Secure Design:</a:t>
            </a:r>
            <a:r>
              <a:rPr lang="en-IN"/>
              <a:t> Protects user information and keeps API credentials secure using environment variables.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/>
              <a:t>Emergency/High-Risk Alerts:</a:t>
            </a:r>
            <a:r>
              <a:rPr lang="en-IN"/>
              <a:t> Provides prominent warnings when AQI reaches dangerous levels and recommends immediate precautions.</a:t>
            </a:r>
          </a:p>
          <a:p>
            <a:pPr fontAlgn="base"/>
            <a:endParaRPr lang="en-US"/>
          </a:p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394044"/>
            <a:ext cx="1051560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IBM Bob platform </a:t>
            </a:r>
            <a:r>
              <a:rPr lang="en-US" sz="1800"/>
              <a:t>-For designing and orchestrating multi-agent workflows visually</a:t>
            </a:r>
          </a:p>
          <a:p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RAG– </a:t>
            </a:r>
            <a:r>
              <a:rPr lang="en-US" sz="1800"/>
              <a:t>RAG to </a:t>
            </a:r>
            <a:r>
              <a:rPr lang="en-US" sz="1800" b="1"/>
              <a:t>fetch real data first, then generate intelligent answers.</a:t>
            </a: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endParaRPr lang="en-US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App.py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Requirements.txt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Style.css 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.env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Index.html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 </a:t>
            </a:r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D18737-438C-2E17-2F4F-A9AF73D4E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158" y="1255054"/>
            <a:ext cx="7330280" cy="508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EE6E78-4E96-2FC4-3F74-0BBA1E77E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36" y="426027"/>
            <a:ext cx="9227128" cy="600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580228" y="1181595"/>
            <a:ext cx="74066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Role of Agentic AI in the Solution</a:t>
            </a:r>
          </a:p>
          <a:p>
            <a:r>
              <a:rPr lang="en-IN"/>
              <a:t>Agentic AI acts as the </a:t>
            </a:r>
            <a:r>
              <a:rPr lang="en-IN" b="1"/>
              <a:t>intelligent decision-making layer</a:t>
            </a:r>
            <a:r>
              <a:rPr lang="en-IN"/>
              <a:t> of </a:t>
            </a:r>
            <a:r>
              <a:rPr lang="en-IN" err="1"/>
              <a:t>AirGuard</a:t>
            </a:r>
            <a:r>
              <a:rPr lang="en-IN"/>
              <a:t> AI. It enables multiple specialized AI agents to work together autonomously. The </a:t>
            </a:r>
            <a:r>
              <a:rPr lang="en-IN" b="1"/>
              <a:t>AQI Data Agent</a:t>
            </a:r>
            <a:r>
              <a:rPr lang="en-IN"/>
              <a:t> collects and interprets real-time pollution data, while the </a:t>
            </a:r>
            <a:r>
              <a:rPr lang="en-IN" b="1"/>
              <a:t>Health Advisory Agent</a:t>
            </a:r>
            <a:r>
              <a:rPr lang="en-IN"/>
              <a:t> converts it into personalized safety recommendations. The </a:t>
            </a:r>
            <a:r>
              <a:rPr lang="en-IN" b="1"/>
              <a:t>Forecasting Agent</a:t>
            </a:r>
            <a:r>
              <a:rPr lang="en-IN"/>
              <a:t> </a:t>
            </a:r>
            <a:r>
              <a:rPr lang="en-IN" err="1"/>
              <a:t>analyzes</a:t>
            </a:r>
            <a:r>
              <a:rPr lang="en-IN"/>
              <a:t> trends and identifies possible future pollution risks. The </a:t>
            </a:r>
            <a:r>
              <a:rPr lang="en-IN" b="1"/>
              <a:t>Community Action Agent</a:t>
            </a:r>
            <a:r>
              <a:rPr lang="en-IN"/>
              <a:t> suggests practical steps to reduce pollution and increase awareness. An </a:t>
            </a:r>
            <a:r>
              <a:rPr lang="en-IN" b="1"/>
              <a:t>AI Coordinator Agent</a:t>
            </a:r>
            <a:r>
              <a:rPr lang="en-IN"/>
              <a:t> connects these agents, combines their outputs, and generates a clear daily action plan for the user. Using </a:t>
            </a:r>
            <a:r>
              <a:rPr lang="en-IN" b="1"/>
              <a:t>IBM </a:t>
            </a:r>
            <a:r>
              <a:rPr lang="en-IN" b="1" err="1"/>
              <a:t>Langflow</a:t>
            </a:r>
            <a:r>
              <a:rPr lang="en-IN" b="1"/>
              <a:t>/Orchestrate and IBM AI Models</a:t>
            </a:r>
            <a:r>
              <a:rPr lang="en-IN"/>
              <a:t>, the system can retrieve information, reason over the data, make decisions, and provide proactive alerts rather than simply displaying raw AQI values.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977A3-5FA0-8FF5-E1D1-86C9ED67651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A15530-8FDD-8B67-E70F-3B856FEC72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42"/>
          <a:stretch>
            <a:fillRect/>
          </a:stretch>
        </p:blipFill>
        <p:spPr>
          <a:xfrm>
            <a:off x="1335023" y="816977"/>
            <a:ext cx="9398785" cy="565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E8F566-BD85-DD1F-F09D-9F11EEDF7B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94"/>
          <a:stretch>
            <a:fillRect/>
          </a:stretch>
        </p:blipFill>
        <p:spPr>
          <a:xfrm>
            <a:off x="1218724" y="816977"/>
            <a:ext cx="9754552" cy="562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5001C-8880-8B09-8704-29D3F62E7A03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F3E6C0-615B-A515-573A-F3AFC79F1B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52"/>
          <a:stretch>
            <a:fillRect/>
          </a:stretch>
        </p:blipFill>
        <p:spPr>
          <a:xfrm>
            <a:off x="1218724" y="816977"/>
            <a:ext cx="9754552" cy="553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1850">
                <a:latin typeface="Times New Roman"/>
                <a:ea typeface="Times New Roman"/>
                <a:cs typeface="Times New Roman"/>
                <a:sym typeface="Times New Roman"/>
              </a:rPr>
              <a:t>   https://github.com/niyatidewangan294-tech/AirGuard-AI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010905" y="387835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135834" y="1294452"/>
            <a:ext cx="9920331" cy="4721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/>
              <a:t>Advanced AQI Prediction:</a:t>
            </a:r>
            <a:r>
              <a:rPr lang="en-IN"/>
              <a:t> Use advanced machine learning and deep learning models to predict AQI more accurately for upcoming days.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/>
              <a:t>IoT &amp; Sensor Integration:</a:t>
            </a:r>
            <a:r>
              <a:rPr lang="en-IN"/>
              <a:t> Connect with IoT-based air-quality sensors to collect real-time local pollution data.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/>
              <a:t>Satellite Data Integration:</a:t>
            </a:r>
            <a:r>
              <a:rPr lang="en-IN"/>
              <a:t> Incorporate satellite imagery and environmental data for wider-area pollution monitoring.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/>
              <a:t>Smart City Integration:</a:t>
            </a:r>
            <a:r>
              <a:rPr lang="en-IN"/>
              <a:t> Integrate </a:t>
            </a:r>
            <a:r>
              <a:rPr lang="en-IN" err="1"/>
              <a:t>AirGuard</a:t>
            </a:r>
            <a:r>
              <a:rPr lang="en-IN"/>
              <a:t> AI with smart-city systems to support pollution monitoring and urban planning.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/>
              <a:t>Wearable Device Support:</a:t>
            </a:r>
            <a:r>
              <a:rPr lang="en-IN"/>
              <a:t> Connect with smartwatches and wearable devices to provide personalized exposure and health-related alerts.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/>
              <a:t>Voice-Based AI Assistant:</a:t>
            </a:r>
            <a:r>
              <a:rPr lang="en-IN"/>
              <a:t> Add voice interaction so users can ask questions about air quality hands-free.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/>
              <a:t>Automated Emergency Alerts:</a:t>
            </a:r>
            <a:r>
              <a:rPr lang="en-IN"/>
              <a:t> Send notifications through mobile apps, SMS or email when dangerous AQI levels are detected.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/>
              <a:t>Community &amp; Government Insights:</a:t>
            </a:r>
            <a:r>
              <a:rPr lang="en-IN"/>
              <a:t> Provide aggregated pollution trends and insights that can support awareness campaigns and policy planning.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/>
              <a:t>Expansion to Multiple Environmental Risks:</a:t>
            </a:r>
            <a:r>
              <a:rPr lang="en-IN"/>
              <a:t> Extend the platform to monitor related factors such as heat waves, pollen, wildfire smoke and other environmental hazards.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4A3DDF-6F98-3F74-3008-DDB7FFACE7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128" r="31001" b="6068"/>
          <a:stretch>
            <a:fillRect/>
          </a:stretch>
        </p:blipFill>
        <p:spPr>
          <a:xfrm>
            <a:off x="2732809" y="1620981"/>
            <a:ext cx="6909955" cy="462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Please  add your credly certificate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7A517E-2424-ED49-171C-89DFF10B3E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077" t="12975" r="22088" b="8740"/>
          <a:stretch>
            <a:fillRect/>
          </a:stretch>
        </p:blipFill>
        <p:spPr>
          <a:xfrm>
            <a:off x="3058160" y="1695962"/>
            <a:ext cx="6075680" cy="458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1199</Words>
  <Application>Microsoft Office PowerPoint</Application>
  <PresentationFormat>Widescreen</PresentationFormat>
  <Paragraphs>125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niyatidewangan294@outlook.com</cp:lastModifiedBy>
  <cp:revision>3</cp:revision>
  <dcterms:created xsi:type="dcterms:W3CDTF">2025-07-08T05:06:56Z</dcterms:created>
  <dcterms:modified xsi:type="dcterms:W3CDTF">2026-09-09T19:36:12Z</dcterms:modified>
</cp:coreProperties>
</file>